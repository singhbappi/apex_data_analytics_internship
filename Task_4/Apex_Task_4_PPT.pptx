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9DE9-280C-3FC4-EB01-8F37201E4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245D3-C1CD-246D-AF9A-6E99E375C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C6A7C-46E9-11B4-38C1-1C935AA38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F324D-95C3-3DA4-3095-BC4D1B80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CD07-9F2A-AD3B-C2F0-F40727F2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1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F088-A2AA-28CE-8887-99B25BA7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69609-110A-1E18-10F5-0083E216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6AA1-B771-3DEA-4290-9ACE4730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3724E-8C85-82C9-5074-230F8AB3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ED41B-351E-90D5-61F4-F1CB8C38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68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015F-88CD-1966-5686-5B5431C2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AE0E1-DB92-5167-D368-FBD546850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F06CD-60E4-0DE9-7CB2-FB5FCAAA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7AAA7-7ACF-30BB-1F6B-A285415F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E38B-8C12-13FB-8812-810AF6C8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37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7CAF-CBC3-3C6D-711D-69DBA571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96D8-D20A-2080-6189-F824E0CBA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21094-8B38-6D44-06FF-E856E5C22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139B8-0260-3E32-D147-E11D1640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51F79-0DB4-5E9F-AFDE-3EB2C17A8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DE684-FBFA-B9DC-5D2C-C033B7C5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54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AB4F-079F-BABC-6D45-588B7709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69351-9E80-1FFB-FCEB-E72F16981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99A91-E2B5-16EC-3975-F27F2BC9B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D0F67-F4BE-2197-029D-163BA46F7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B4510-0CA8-6ECA-A07D-8E11BADCE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5607D-F550-8117-BFE8-4313CAF8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982C7D-32AB-996A-5049-23630001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C569FE-E620-7442-48AE-8AA88E13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5968-5EF3-C0B1-ECEE-202DE624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C5156-CE26-1697-1641-C9502CFB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FF154-6826-0C34-190D-38BC2715B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6449C-53E4-8875-CEBE-C392A1AF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0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4F7C3-51D5-5A91-46A5-1A4926E9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8A4BC-C1EA-F1FF-5566-17CEA5F7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D99A3-6BBE-2E1D-669D-AADCAC01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332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6B35-39F8-D249-C1DB-59D59FF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32A6-E099-6CB0-3ADB-50885672E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38B33-FFFE-DCD5-BAFA-A3FBC88B6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1F8A3-8825-C42D-33B2-757FE7E9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76319-479B-8914-850C-C9AB6BAC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8E40-37C6-B0F5-CF5B-586AA1CA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9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AC1B7-A967-CC97-CA7C-6F6D3758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9E46F-5C6C-47EB-B38B-BE7580FD3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E6340-9B5E-6E88-6BD6-F75EC806A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8E9F1-AE35-24EE-6088-86421A19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3CC43-9C16-FC0A-BEF3-5E036E811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6F29E-BE4E-035B-40C0-F3AD5ADC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4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0EBC-EB31-1304-ECFE-E34DB1A5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12272-6E94-16C8-AC15-D22CBA409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5BCA5-15AC-41A7-AD1C-F75290FA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5685F-144A-99DB-23A6-45365855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91C4B-E1EC-5D44-A000-FB2079CE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67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CD6A2-27F1-0FA0-B68A-E1EE97FA7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65F59-7584-6063-2376-111E7A5F5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DECEE-A4E9-A5C2-2912-90968173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A384-A014-598B-145E-F2B2C2BD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E4695-D1E9-48FA-883B-CEDFDD20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433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FC83E-E4AE-BA72-482C-45C2524A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AF8CE-B4D5-1A40-0059-B95F99723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2FBBF-597A-EF88-BF3A-DB9A12E74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40EA1-47B7-4F0A-B771-C380BA61A887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E337B-4F31-295F-EAD7-DCC57745D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1ACE-C022-F042-6C92-FA243E00A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C2680-8EE4-4365-8811-018E68BB9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32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21B8-A443-1209-A449-2F03C94AB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2D117-455B-2C10-7456-ECA59749D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23A07-C02B-F882-236A-0A22DD24A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290" y="0"/>
            <a:ext cx="12439290" cy="702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1EF020-7446-780F-F9D1-5D7AEEDD5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257" y="-103518"/>
            <a:ext cx="12232257" cy="74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1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28196-607F-8056-C47C-5FE297F64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0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7DBD7F-48EF-C7E6-3014-C5157F84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510" y="-1"/>
            <a:ext cx="12249509" cy="698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8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B222E8-B971-962B-5FAD-0877816AD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676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74FF6-B26D-B5A2-A721-AA9FA325B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37" y="1753774"/>
            <a:ext cx="5120650" cy="45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AC3C65-315E-DC22-3ACD-0600C8756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1B65C-4CF3-2B31-1543-1FA6CE5D5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52" y="1721799"/>
            <a:ext cx="5837160" cy="48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4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9D11A-F531-207D-D1CC-2D73493E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9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B4C361-2CA5-0910-D570-05A7640AC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2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0CC2E3-229C-F8FD-B129-2D87274E3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258" y="0"/>
            <a:ext cx="12318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8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24BECB-5558-CDFE-6CC0-D395C7E26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Bappi Singh</dc:creator>
  <cp:lastModifiedBy>Bappi Singh</cp:lastModifiedBy>
  <cp:revision>1</cp:revision>
  <dcterms:created xsi:type="dcterms:W3CDTF">2026-05-04T15:32:45Z</dcterms:created>
  <dcterms:modified xsi:type="dcterms:W3CDTF">2026-05-04T16:02:45Z</dcterms:modified>
</cp:coreProperties>
</file>